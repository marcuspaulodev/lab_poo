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Encapsula uma solicitação como um objeto, permitindo parametrizar clientes com diferentes solicitações, enfileirá-las, registrá-las e suportar operações que podem ser desfeitas.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Em um editor de texto, a mesma ação (inserir, apagar) pode ser disparada por botões, menus e atalhos de teclado.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Quem dispara a ação fica acoplado a quem a executa: cada botão precisa conhecer o EditorTexto e chamar seus métodos diretamente.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 lógica de cada ação acaba duplicada entre menu, botão e atalho.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Não há onde guardar o histórico das ações, então implementar "Desfazer" (Ctrl+Z) fica difícil.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Definir uma interface Comando com os métodos executar() e desfazer().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Criar um Comando Concreto para cada ação (InserirTextoComando, ApagarTextoComando), guardando o Receiver (EditorTexto) e os parâmetros da ação.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Receiver (EditorTexto) continua fazendo o trabalho real; o comando apenas sabe qual método chamar e com quais dados.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Invoker (GerenciadorComandos) só chama executar(), sem saber o que o comando faz, e empilha cada comando executado.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Para desfazer, o Invoker desempilha o último comando e chama desfazer(), que reverte a ação usando o estado guardado.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Main (Cliente) cria os comandos e os entrega ao Invoker.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GerenciadorComandos (Invoker) executa e empilha comandos, conhecendo só a interface Comando.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Os Comandos Concretos implementam Comando e delegam o trabalho ao EditorTexto (Receiver).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06"/>
          <p:cNvSpPr/>
          <p:nvPr/>
        </p:nvSpPr>
        <p:spPr>
          <a:xfrm>
            <a:off x="4716000" y="1700000"/>
            <a:ext cx="1750000" cy="5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Main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07"/>
          <p:cNvSpPr/>
          <p:nvPr/>
        </p:nvSpPr>
        <p:spPr>
          <a:xfrm>
            <a:off x="4716000" y="2600000"/>
            <a:ext cx="1750000" cy="8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GerenciadorComandos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(Invoker)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executar(cmd)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desfazer()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6836000" y="2600000"/>
            <a:ext cx="1850000" cy="8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Comando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executar()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desfazer()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09"/>
          <p:cNvSpPr/>
          <p:nvPr/>
        </p:nvSpPr>
        <p:spPr>
          <a:xfrm>
            <a:off x="5536000" y="3900000"/>
            <a:ext cx="1550000" cy="65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InserirTextoComando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(Comando Concreto)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10"/>
          <p:cNvSpPr/>
          <p:nvPr/>
        </p:nvSpPr>
        <p:spPr>
          <a:xfrm>
            <a:off x="7136000" y="3900000"/>
            <a:ext cx="1550000" cy="65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ApagarTextoComando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(Comando Concreto)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11"/>
          <p:cNvSpPr/>
          <p:nvPr/>
        </p:nvSpPr>
        <p:spPr>
          <a:xfrm>
            <a:off x="6136000" y="5050000"/>
            <a:ext cx="1950000" cy="80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EditorTexto (Receiver)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inserir(texto)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apagar(qtd)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Connector 112"/>
          <p:cNvCxnSpPr/>
          <p:nvPr/>
        </p:nvCxnSpPr>
        <p:spPr>
          <a:xfrm>
            <a:off x="5591000" y="2200000"/>
            <a:ext cx="0" cy="4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3" name="Connector 113"/>
          <p:cNvCxnSpPr/>
          <p:nvPr/>
        </p:nvCxnSpPr>
        <p:spPr>
          <a:xfrm>
            <a:off x="6466000" y="3000000"/>
            <a:ext cx="370000" cy="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4" name="Connector 114"/>
          <p:cNvCxnSpPr/>
          <p:nvPr/>
        </p:nvCxnSpPr>
        <p:spPr>
          <a:xfrm flipV="1">
            <a:off x="6311000" y="3400000"/>
            <a:ext cx="1150000" cy="5000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tailEnd len="med" type="triangle" w="med"/>
          </a:ln>
        </p:spPr>
      </p:cxnSp>
      <p:cxnSp>
        <p:nvCxnSpPr>
          <p:cNvPr id="115" name="Connector 115"/>
          <p:cNvCxnSpPr/>
          <p:nvPr/>
        </p:nvCxnSpPr>
        <p:spPr>
          <a:xfrm flipV="1">
            <a:off x="7911000" y="3400000"/>
            <a:ext cx="150000" cy="5000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tailEnd len="med" type="triangle" w="med"/>
          </a:ln>
        </p:spPr>
      </p:cxnSp>
      <p:cxnSp>
        <p:nvCxnSpPr>
          <p:cNvPr id="116" name="Connector 116"/>
          <p:cNvCxnSpPr/>
          <p:nvPr/>
        </p:nvCxnSpPr>
        <p:spPr>
          <a:xfrm>
            <a:off x="6311000" y="4550000"/>
            <a:ext cx="500000" cy="5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7" name="Connector 117"/>
          <p:cNvCxnSpPr/>
          <p:nvPr/>
        </p:nvCxnSpPr>
        <p:spPr>
          <a:xfrm flipH="1">
            <a:off x="7411000" y="4550000"/>
            <a:ext cx="500000" cy="5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Comando define executar() e desfazer(); cada comando concreto guarda o EditorTexto e os dados da ação.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GerenciadorComandos executa os comandos e os empilha; desfazer() desempilha e reverte o último.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insere "Olá", insere " mundo", apaga 6 caracteres e depois desfaz tudo, passo a passo.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Comando.java / InserirTextoComando.java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interface Comando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executar();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desfazer();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InserirTextoComando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implements Comando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executar()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editor.inserir(trecho);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desfazer()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editor.apagar(trecho.length());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GerenciadorComandos.java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void executar(Comando comando)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comando.executar();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historico.push(comando);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void desfazer()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historico.pop().desfazer();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gerenciador.executar(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new InserirTextoComando(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editor, "Olá"));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gerenciador.desfazer();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se quer parametrizar objetos (botões, menus, atalhos) com a ação que eles devem executar.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é preciso suportar desfazer/refazer, guardando um histórico das operações executadas.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se quer enfileirar, agendar ou executar solicitações em outro momento ou em outra thread.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Exemplos: Runnable e ExecutorService no Java, javax.swing.Action, histórico de editores e filas de tarefas.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Command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Desacopla quem dispara a ação (Invoker) de quem a executa (Receiver).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Aumenta o número de classes: cada ação vira uma classe pequena.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Permite desfazer/refazer, enfileirar, agendar e registrar operações.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Desfazer exige que cada comando guarde o estado necessário para reverter a ação.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Open/Closed: novos comandos entram sem alterar o Invoker nem os comandos existentes.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Adiciona uma camada de indireção entre quem pede e quem executa, o que pode ser exagero para ações simples.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