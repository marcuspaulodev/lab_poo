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6689779-2553-419C-AD60-BB4A4D45B4E8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283399-50FB-47AE-8DF5-3F53355D910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18E45-E177-4B56-920A-91836D43074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E4F525-5B76-4548-8CAD-89B33B9447B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607F2E-A33E-4C6D-B878-E3F3F8F864F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3F9B66-8460-4B99-BC68-4D0702F38144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7368E9-FC08-4040-A4CD-589ECE4CE622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E58B7A-17E4-40F5-930F-7761866756F8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EAB1E7-6A3F-4BAC-B23C-2F609E612DF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7697C4-8DBB-48F6-9DA7-673DCE5FC8A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455C8C-9342-472A-8FE4-BF55DDDBC53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5654D4B-6BEB-4030-9685-F747AB71BEA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5F0914-AD82-4012-8CDB-2216A12D165D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4BB5E3-E586-4683-AB4A-33F2E33E03BE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AE0A1A0-DE4B-4DD3-AF7A-9A024520ABC7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133044-A8DC-4EAD-BA6C-4BB67BF11E8F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3EDE336-C9F4-47F8-AF2C-5A48A187E5D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2AAD01-7995-4504-835F-A114F0F8BD5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76C2BC-2270-4C74-AABA-5A04DFE4D596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Cria novos objetos copiando uma instância existente e pré-configurada, em vez de construí-los do zero.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F540DF6-15AF-41C6-AF70-550E9C19DF76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Alguns objetos são caros de criar do zero: exigem cálculo pesado, leitura de arquivo/rede, ou muitos passos de configuração.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Em outros casos, a classe concreta a instanciar só é conhecida em tempo de execução (ex.: carregada dinamicamente).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Instanciar direto com "new ClasseConcreta()" espalhado pelo código acopla o cliente às classes concretas e obriga repetir toda a configuração a cada nova instância.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Exemplo: em um jogo, criar um monstro do zero significa redefinir HP, ataque e loot toda vez — mesmo quando já existe um "molde" pronto para aquele tipo de monstro.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7D12DD3-0F53-405C-ADEF-2AA26632145D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Declarar uma interface Prototype com um método de clonagem (ex.: clonar()).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Cada classe concreta implementa a interface e sabe copiar seus próprios dados — inclusive fazendo cópia profunda (deep copy) de campos mutáveis, como listas.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cliente mantém instâncias já configuradas (protótipos) e cria novos objetos chamando clonar(), em vez de usar new + reconfigurar tudo.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Um Registro de Protótipos (catálogo) pode guardar protótipos por chave e devolver clones sob demanda — permite adicionar novos "tipos" em tempo de execução, só registrando um novo protótipo.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cliente nunca precisa conhecer a classe concreta: só conhece a interface Prototype.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459FA25-D831-4AA0-8F62-F442DC1DBE78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Client / Registro conhece apenas a interface Prototype.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 declara clonar().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Goblin e Dragao implementam Prototype e sabem copiar a si mesmos, inclusive o loot (deep copy).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MonstroRegistro guarda protótipos por chave e devolve prototipo.clonar() sob demanda.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Rectangle 23"/>
          <p:cNvSpPr/>
          <p:nvPr/>
        </p:nvSpPr>
        <p:spPr>
          <a:xfrm>
            <a:off x="4716000" y="1749960"/>
            <a:ext cx="2599560" cy="49968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Main / MonstroRegistro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24"/>
          <p:cNvSpPr/>
          <p:nvPr/>
        </p:nvSpPr>
        <p:spPr>
          <a:xfrm>
            <a:off x="4716000" y="2700000"/>
            <a:ext cx="2599560" cy="49968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«interface»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Prototype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clonar()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25"/>
          <p:cNvSpPr/>
          <p:nvPr/>
        </p:nvSpPr>
        <p:spPr>
          <a:xfrm>
            <a:off x="4515840" y="3650040"/>
            <a:ext cx="1429560" cy="649800"/>
          </a:xfrm>
          <a:prstGeom prst="rect">
            <a:avLst/>
          </a:prstGeom>
          <a:solidFill>
            <a:srgbClr val="E4F7E9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Goblin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(30hp, loot=[...])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26"/>
          <p:cNvSpPr/>
          <p:nvPr/>
        </p:nvSpPr>
        <p:spPr>
          <a:xfrm>
            <a:off x="6023880" y="3650040"/>
            <a:ext cx="1429560" cy="649800"/>
          </a:xfrm>
          <a:prstGeom prst="rect">
            <a:avLst/>
          </a:prstGeom>
          <a:solidFill>
            <a:srgbClr val="FBE4E4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Dragao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(500hp, loot=[...])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9" name="Connector 27"/>
          <p:cNvCxnSpPr/>
          <p:nvPr/>
        </p:nvCxnSpPr>
        <p:spPr>
          <a:xfrm>
            <a:off x="6015960" y="2250000"/>
            <a:ext cx="360" cy="45036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tailEnd len="med" type="triangle" w="med"/>
          </a:ln>
        </p:spPr>
      </p:cxnSp>
      <p:cxnSp>
        <p:nvCxnSpPr>
          <p:cNvPr id="110" name="Connector 28"/>
          <p:cNvCxnSpPr/>
          <p:nvPr/>
        </p:nvCxnSpPr>
        <p:spPr>
          <a:xfrm flipV="1">
            <a:off x="5230800" y="3199680"/>
            <a:ext cx="785520" cy="45036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1" name="Connector 29"/>
          <p:cNvCxnSpPr/>
          <p:nvPr/>
        </p:nvCxnSpPr>
        <p:spPr>
          <a:xfrm flipH="1" flipV="1">
            <a:off x="6015960" y="3199680"/>
            <a:ext cx="723240" cy="45036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D6D5398-CFD4-49F8-AF54-6C0AE0EAB6F5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Prototype&lt;T&gt; declara o contrato de clonagem genérico.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Monstro implementa a cópia profunda do loot no construtor de cópia; Goblin e Dragao só reaproveitam esse construtor.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MonstroRegistro guarda protótipos por tipo e devolve clones.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2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Prototype.java / Monstro.java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interface Prototype&lt;T&gt;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T clonar();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Monstro.java (construtor de copia)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protected Monstro(Monstro original)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this.nome = original.nome;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this.hp = original.hp;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this.loot = new ArrayList&lt;&gt;(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original.loot); // deep copy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MonstroRegistro.java / 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MonstroRegistro.java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Monstro criarMonstro(String tipo)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return prototipos.get(tipo)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        .clonar();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// Main.java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registro.registrar("goblin",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new Goblin());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Monstro g = registro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.criarMonstro("goblin");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A7C4113-0CF7-4D84-BDD6-8CD3380ABA66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5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6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7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8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9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as classes a instanciar são definidas em tempo de execução (ex.: carregadas dinamicamente, ou vindas de um plugin).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Para evitar criar uma hierarquia paralela de fábricas só para produzir objetos — basta clonar um protótipo já pronto.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existem poucas combinações de estado possíveis e é mais simples manter protótipos prontos do que configurar cada objeto novo do zero.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a criação de um objeto do zero é cara (jogos com muitas entidades, editores gráficos, geração de documentos a partir de templates).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2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E4E4272-F916-495A-87AA-B00F448616FD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5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6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7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8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9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Prototype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Criacionais: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2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4" name="Tabela 6"/>
          <p:cNvGraphicFramePr/>
          <p:nvPr/>
        </p:nvGraphicFramePr>
        <p:xfrm>
          <a:off x="457200" y="2853000"/>
          <a:ext cx="8229240" cy="18910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Permite adicionar/remover "tipos" de produto em tempo de execução, só registrando um novo protótipo.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Clonar objetos complexos com referências circulares pode ser difícil de implementar corretamente.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Reduz a necessidade de subclasses de fábrica (comparado ao Factory Method) — basta variar valores, não código.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Exige atenção à diferença entre cópia rasa (shallow) e cópia profunda (deep) — um erro aqui gera bugs sutis de estado compartilhado.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Evita repetir configuração cara: o objeto complexo é montado uma vez e depois só copiado.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Toda subclasse concreta precisa implementar sua própria lógica correta de clonagem.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A96EF37B-71BA-4D12-9306-C28000FB39A1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118502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2026-09-13T15:08:13Z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