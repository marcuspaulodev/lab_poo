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Dada uma linguagem, define uma representação para sua gramática junto com um interpretador que usa essa representação para interpretar sentenças dessa linguagem.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Alguns problemas se repetem e podem ser escritos como sentenças de uma linguagem simples: fórmulas, regras de negócio, filtros de busca.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Ex.: avaliar expressões como (x + 5) * (y - 2) para diferentes valores de x e y.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Tratar cada sentença com um bloco gigante de if/switch sobre strings deixa o código difícil de ler, testar e estender.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Adicionar um novo operador obriga a mexer nesse código central, arriscando quebrar o que já funcionava.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Descrever a linguagem por uma gramática simples e criar uma classe para cada regra.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Expressões Terminais (Numero, Variavel) são as folhas: produzem um valor diretamente.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Expressões Não-terminais (Soma, Subtracao, Multiplicacao) guardam outras expressões e combinam seus resultados.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Todas implementam interpretar(Contexto); o Contexto guarda as informações externas, como os valores das variáveis.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sentença vira uma árvore sintática (um Composite) e é avaliada recursivamente a partir da raiz.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Main (Cliente) monta a árvore da sentença e chama interpretar() com um Contexto.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Expressao é a interface comum a todas as regras da gramática.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Numero e Variavel são terminais; Soma, Subtracao e Multiplicacao são não-terminais e guardam duas expressões.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06"/>
          <p:cNvSpPr/>
          <p:nvPr/>
        </p:nvSpPr>
        <p:spPr>
          <a:xfrm>
            <a:off x="4716000" y="1700000"/>
            <a:ext cx="1700000" cy="5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Main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07"/>
          <p:cNvSpPr/>
          <p:nvPr/>
        </p:nvSpPr>
        <p:spPr>
          <a:xfrm>
            <a:off x="6736000" y="1625000"/>
            <a:ext cx="1950000" cy="65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Contexto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definir(nome, valor)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valor(nome)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5666000" y="2700000"/>
            <a:ext cx="2100000" cy="65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Expressao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interpretar(ctx): int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09"/>
          <p:cNvSpPr/>
          <p:nvPr/>
        </p:nvSpPr>
        <p:spPr>
          <a:xfrm>
            <a:off x="4716000" y="3950000"/>
            <a:ext cx="1700000" cy="8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Numero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Variavel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(Terminais)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10"/>
          <p:cNvSpPr/>
          <p:nvPr/>
        </p:nvSpPr>
        <p:spPr>
          <a:xfrm>
            <a:off x="6636000" y="3950000"/>
            <a:ext cx="2050000" cy="105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Soma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Subtracao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Multiplicacao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(Não-terminais)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esquerda, direita: Expressao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or 111"/>
          <p:cNvCxnSpPr/>
          <p:nvPr/>
        </p:nvCxnSpPr>
        <p:spPr>
          <a:xfrm>
            <a:off x="6416000" y="1950000"/>
            <a:ext cx="320000" cy="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2" name="Connector 112"/>
          <p:cNvCxnSpPr/>
          <p:nvPr/>
        </p:nvCxnSpPr>
        <p:spPr>
          <a:xfrm>
            <a:off x="5566000" y="2200000"/>
            <a:ext cx="650000" cy="5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3" name="Connector 113"/>
          <p:cNvCxnSpPr/>
          <p:nvPr/>
        </p:nvCxnSpPr>
        <p:spPr>
          <a:xfrm flipV="1">
            <a:off x="5566000" y="3350000"/>
            <a:ext cx="800000" cy="600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cxnSp>
        <p:nvCxnSpPr>
          <p:cNvPr id="114" name="Connector 114"/>
          <p:cNvCxnSpPr/>
          <p:nvPr/>
        </p:nvCxnSpPr>
        <p:spPr>
          <a:xfrm flipH="1" flipV="1">
            <a:off x="7066000" y="3350000"/>
            <a:ext cx="134000" cy="600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cxnSp>
        <p:nvCxnSpPr>
          <p:cNvPr id="115" name="Connector 115"/>
          <p:cNvCxnSpPr/>
          <p:nvPr/>
        </p:nvCxnSpPr>
        <p:spPr>
          <a:xfrm flipH="1" flipV="1">
            <a:off x="7766000" y="3025000"/>
            <a:ext cx="534000" cy="925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headEnd type="diamond" w="lg" len="lg"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Expressao define interpretar(Contexto); Soma interpreta os dois lados e soma os resultados.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AnalisadorPosfixo transforma a sentença "x 5 + y 2 - *" na árvore ((x + 5) * (y - 2)) usando uma pilha.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interpreta a mesma árvore com contextos diferentes: x = 3, y = 10 dá 64; x = 1, y = 4 dá 12.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Expressao.java / Soma.java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Expressao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int interpretar(Contexto contexto);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Soma implements Expressao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Expressao esquerda;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Expressao direita;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...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int interpretar(Contexto c)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esquerda.interpretar(c)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+ direita.interpretar(c);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AnalisadorPosfixo.java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for (String token : tokens)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switch (token)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case "+" -&gt;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Expressao d = pilha.pop();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pilha.push(new Soma(pilha.pop(), d));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...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default -&gt; pilha.push(terminal(token));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Expressao e = new AnalisadorPosfixo()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.analisar("x 5 + y 2 - *");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e.interpretar(contexto);  // 64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há uma linguagem simples a interpretar e suas sentenças podem ser representadas como árvores sintáticas.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 gramática é pequena e estável; para gramáticas grandes, geradores de parser são mais adequados.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eficiência não é a principal preocupação: a árvore é percorrida a cada interpretação.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Exemplos: java.util.regex.Pattern, expressões SpEL/EL, regras de negócio configuráveis, calculadoras e consultas simples.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Interpreter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Gramática fácil de estender: uma nova regra é só uma nova classe que implementa Expressao.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Gramáticas grandes geram muitas classes e ficam difíceis de manter.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Cada regra fica isolada em sua própria classe, simples de entender e de testar.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Desempenho inferior ao de parsers e compiladores dedicados.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 mesma árvore pode ser interpretada em contextos diferentes, sem ser reconstruída.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 padrão não resolve a análise sintática: montar a árvore a partir do texto fica por conta de outra classe.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