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6B8AA2-8D9A-42E2-AC8B-AF8D27B7C0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843D3-0AA9-4F39-9834-A4C1993E68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E8617-01B9-4233-8CD3-D0F324B0920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A6065-8D21-47B4-97FB-33CA1B77AA3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D9E57-757B-4357-9042-015B17E759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FB6FA-4827-4DC6-B98A-F8FEB163673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9FC1B-10D6-4964-B98D-DDDF78FD60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D6152-10C6-48D4-B8B0-40F43AEF029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02B52-CB80-4704-A236-2EC0F6B40DC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38045-3D08-4710-AA4C-A36939B9F56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DB8CE-0DE9-4A97-A013-501CE201453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40CB8-F393-4F55-B8C3-06E74C887CE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EB828-C684-4F14-BAEF-181C23567C0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444DD-1FDC-4EE2-9BC1-C64DD7FE76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51835-420F-4434-ACB7-F8937F4D3AB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1A90-273E-4AD2-A8E2-F21668F049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4B3A7-B971-4FDB-BD2D-6318722AD7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DE757-8E53-4654-8AF4-3FC44C1B10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75399-33C1-4D26-9C8B-F489C819CA5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Garante que uma classe tenha apenas uma única instância e fornece um ponto de acesso global a ela.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9BD921-545F-42EE-9793-D8F6DD0CBA0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Algumas classes devem ter exatamente uma única instância no sistema todo — ex.: o registro de log da aplicação, que precisa escrever sempre no mesmo lugar.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Se qualquer classe puder chamar "new Logger()" livremente, nada impede a criação de várias instâncias — cada uma com seu próprio estado interno, quebrando a garantia de "fonte única de verdade".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Usar uma variável global (estática) exposta diretamente também não resolve bem: não há controle sobre quando o objeto é criado (inicialização preguiçosa) nem encapsulamento da lógica de acesso.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É preciso um jeito de garantir a instância única e, ao mesmo tempo, oferecer um ponto de acesso conhecido para qualquer parte do código.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25F48-5D32-4F8D-A2E7-CD12E23C4C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Tornar o construtor da classe privado — assim, nenhuma outra classe consegue criar uma instância diretamente com "new".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Guardar a única instância em um campo estático privado, pertencente à própria classe.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Expor um método estático público (ex.: getInstance()) que cria a instância na primeira chamada (inicialização preguiçosa) e devolve sempre a mesma instância nas chamadas seguintes.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Em ambientes com múltiplas threads, proteger a criação da instância (ex.: double-checked locking com uma variável volatile) para evitar que duas threads criem instâncias diferentes ao mesmo tempo.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Qualquer parte do código acessa a mesma instância chamando Logger.getInstance() — sem precisar de uma variável global exposta.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311CF6-1F9A-4969-BDE2-A168238A21A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ServicoPedidos e ServicoPagamentos são clientes independentes que usam o mesmo Logger.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Logger guarda sua própria instância em um campo estático privado.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construtor de Logger é privado — só a própria classe pode criar uma instância.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getInstance() é o único ponto de acesso: cria a instância na primeira chamada e devolve sempre a mesma depois.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23"/>
          <p:cNvSpPr/>
          <p:nvPr/>
        </p:nvSpPr>
        <p:spPr>
          <a:xfrm>
            <a:off x="4515840" y="1749960"/>
            <a:ext cx="1429560" cy="6498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ServicoPedidos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4"/>
          <p:cNvSpPr/>
          <p:nvPr/>
        </p:nvSpPr>
        <p:spPr>
          <a:xfrm>
            <a:off x="6023880" y="1749960"/>
            <a:ext cx="1429560" cy="6498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ServicoPagamentos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5"/>
          <p:cNvSpPr/>
          <p:nvPr/>
        </p:nvSpPr>
        <p:spPr>
          <a:xfrm>
            <a:off x="4716000" y="2700000"/>
            <a:ext cx="2599560" cy="79956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Logger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instancia: Logger {static}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Logger() {private}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getInstance(): Logger {static}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Connector 26"/>
          <p:cNvCxnSpPr/>
          <p:nvPr/>
        </p:nvCxnSpPr>
        <p:spPr>
          <a:xfrm>
            <a:off x="5230800" y="2399760"/>
            <a:ext cx="785520" cy="3006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09" name="Connector 27"/>
          <p:cNvCxnSpPr/>
          <p:nvPr/>
        </p:nvCxnSpPr>
        <p:spPr>
          <a:xfrm flipH="1">
            <a:off x="6015960" y="2399760"/>
            <a:ext cx="723240" cy="3006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AB2AB-BA36-483E-B4A8-2FD0474FE39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Logger guarda a instância única em um campo static volatile e tem construtor privado.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getInstance() usa double-checked locking para criar a instância de forma preguiçosa e seguro entre threads.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ServicoPedidos e ServicoPagamentos usam Logger.getInstance() sem conhecer detalhes de como a instância é criada.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Logger.java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Logger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static volatile Logger instancia;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Logger() { ...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static Logger getInstance()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if (instancia == null)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synchronized (Logger.class)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if (instancia == null)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  instancia = new Logger();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return instancia;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ServicoPedidos.java / ServicoPagamentos.java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// ServicoPedidos.java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void processarPedido(String id)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Logger.getInstance().log(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"Pedido " + id + " processado.");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// ServicoPagamentos.java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void confirmarPagamento(String id)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Logger.getInstance().log(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"Pagamento " + id + " confirmado.");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F17A84-12A4-4BB9-B4F6-F9BCC4D7D1B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deve existir exatamente uma instância de uma classe, acessível a partir de um único ponto conhecido do sistema.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Registro de log (logging), onde todas as partes do sistema devem escrever no mesmo destino.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Gerenciador de configuração, cache compartilhado, ou pool de conexões com banco de dados.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a instância única deve ser criada de forma preguiçosa (só quando realmente for necessária pela primeira vez).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DA7002-B8DF-4828-8539-74A945FBD05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Singleton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2" name="Tabela 6"/>
          <p:cNvGraphicFramePr/>
          <p:nvPr/>
        </p:nvGraphicFramePr>
        <p:xfrm>
          <a:off x="457200" y="2853000"/>
          <a:ext cx="8229240" cy="2073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Garante que a classe tenha só uma instância, controlada pela própria classe — não depende da disciplina de quem usa.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Introduz estado global no sistema, o que pode esconder dependências entre classes e dificultar entender o fluxo do programa.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Permite inicialização preguiçosa: a instância só é criada quando realmente é necessária pela primeira vez.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Dificulta testes automatizados: é difícil substituir o Singleton por uma versão "fake" (mock) isolada para cada teste.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Fornece um ponto de acesso global sem precisar de variáveis globais espalhadas pelo código.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Exige cuidado extra em ambientes com múltiplas threads — uma implementação ingênua pode criar mais de uma instância por condição de corrida.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FBF21-7E69-462B-9176-ABF03D84F6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2026-09-15T19:31:40Z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