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797675" cy="987425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6B8AA2-8D9A-42E2-AC8B-AF8D27B7C09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37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D843D3-0AA9-4F39-9834-A4C1993E68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8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AE8617-01B9-4233-8CD3-D0F324B0920C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39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5A6065-8D21-47B4-97FB-33CA1B77AA3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0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9D9E57-757B-4357-9042-015B17E759EB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1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DFB6FA-4827-4DC6-B98A-F8FEB163673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2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B9FC1B-10D6-4964-B98D-DDDF78FD60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3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6D6152-10C6-48D4-B8B0-40F43AEF029A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902B52-CB80-4704-A236-2EC0F6B40DC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D38045-3D08-4710-AA4C-A36939B9F56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ul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8DB8CE-0DE9-4A97-A013-501CE201453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A40CB8-F393-4F55-B8C3-06E74C887CE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EB828-C684-4F14-BAEF-181C23567C03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2444DD-1FDC-4EE2-9BC1-C64DD7FE76A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B51835-420F-4434-ACB7-F8937F4D3AB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71A90-273E-4AD2-A8E2-F21668F049A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A4B3A7-B971-4FDB-BD2D-6318722AD79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7DE757-8E53-4654-8AF4-3FC44C1B109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C75399-33C1-4D26-9C8B-F489C819CA5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6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6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6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6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Facade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Facade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Fornece uma interface unificada e simplificada para um conjunto de interfaces de um subsistema, tornando o subsistema mais fácil de usar.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79BD921-545F-42EE-9793-D8F6DD0CBA0D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7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7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7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Facade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Facade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Problema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Um subsistema pode ter muitas classes com operações de baixo nível: ex.: um home theater com Luzes, Projetor, SistemaSom e PlayerStreaming.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Para uma tarefa simples ("assistir a um filme"), o cliente precisa chamar dezenas de métodos, na ordem certa, em vários objetos diferentes.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código cliente fica fortemente acoplado aos detalhes internos do subsistema.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Qualquer mudança no subsistema (trocar o projetor, adicionar uma pipoqueira) obriga a alterar todos os clientes que o usam.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F825F48-5D32-4F8D-A2E7-CD12E23C4CF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8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8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8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Facade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Facade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Solução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Criar uma classe Fachada (HomeTheaterFacade) que conhece as classes do subsistema e sabe como coordená-las.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 Fachada oferece poucos métodos de alto nível, voltados às tarefas do cliente: assistirFilme(), encerrarFilme().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Cada método da Fachada delega o trabalho para os objetos do subsistema, na ordem correta.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cliente passa a depender apenas da Fachada, e não de cada classe do subsistema.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subsistema continua acessível diretamente para quem precisar de controle fino: a Fachada simplifica, mas não esconde.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311CF6-1F9A-4969-BDE2-A168238A21A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9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9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9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0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Facade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Facade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Estrutura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Main (Cliente) usa apenas a HomeTheaterFacade.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HomeTheaterFacade é a Fachada: guarda referências aos objetos do subsistema e expõe operações de alto nível.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Luzes, Projetor, SistemaSom e PlayerStreaming formam o Subsistema: fazem o trabalho real e não sabem que a Fachada existe.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Rectangle 23"/>
          <p:cNvSpPr/>
          <p:nvPr/>
        </p:nvSpPr>
        <p:spPr>
          <a:xfrm>
            <a:off x="4716000" y="1749960"/>
            <a:ext cx="2599560" cy="50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Main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(Cliente)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24"/>
          <p:cNvSpPr/>
          <p:nvPr/>
        </p:nvSpPr>
        <p:spPr>
          <a:xfrm>
            <a:off x="4716000" y="2649960"/>
            <a:ext cx="2599560" cy="75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HomeTheaterFacade (Fachada)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assistirFilme(filme)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encerrarFilme()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25"/>
          <p:cNvSpPr/>
          <p:nvPr/>
        </p:nvSpPr>
        <p:spPr>
          <a:xfrm>
            <a:off x="4716000" y="3999960"/>
            <a:ext cx="1200000" cy="8000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Luzes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Projetor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(Subsistema)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08"/>
          <p:cNvSpPr/>
          <p:nvPr/>
        </p:nvSpPr>
        <p:spPr>
          <a:xfrm>
            <a:off x="6115560" y="3999960"/>
            <a:ext cx="1200000" cy="8000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SistemaSom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PlayerStreaming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(Subsistema)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" name="Connector 26"/>
          <p:cNvCxnSpPr/>
          <p:nvPr/>
        </p:nvCxnSpPr>
        <p:spPr>
          <a:xfrm>
            <a:off x="6015780" y="2249960"/>
            <a:ext cx="0" cy="4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09" name="Connector 27"/>
          <p:cNvCxnSpPr/>
          <p:nvPr/>
        </p:nvCxnSpPr>
        <p:spPr>
          <a:xfrm flipH="1">
            <a:off x="5316000" y="3399960"/>
            <a:ext cx="399780" cy="6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0" name="Connector 110"/>
          <p:cNvCxnSpPr/>
          <p:nvPr/>
        </p:nvCxnSpPr>
        <p:spPr>
          <a:xfrm>
            <a:off x="6315780" y="3399960"/>
            <a:ext cx="399780" cy="6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2CAB2AB-BA36-483E-B4A8-2FD0474FE398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11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2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13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14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5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Facade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Facade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 de Código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Luzes, Projetor, SistemaSom e PlayerStreaming são classes independentes, cada uma com suas operações.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HomeTheaterFacade recebe os objetos do subsistema no construtor e coordena a sequência de chamadas.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assiste a um filme com uma única chamada: assistirFilme("O Auto da Compadecida").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Rectangle 23"/>
          <p:cNvSpPr/>
          <p:nvPr/>
        </p:nvSpPr>
        <p:spPr>
          <a:xfrm>
            <a:off x="4716000" y="16498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HomeTheaterFacade.java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class HomeTheaterFacade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private final Luzes luzes;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private final Projetor projetor;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...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public void assistirFilme(String f)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luzes.diminuir(10);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projetor.ligar();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som.ligar();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som.modoSurround();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player.reproduzir(f);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24"/>
          <p:cNvSpPr/>
          <p:nvPr/>
        </p:nvSpPr>
        <p:spPr>
          <a:xfrm>
            <a:off x="4716000" y="41500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Main.java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HomeTheaterFacade homeTheater =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new HomeTheaterFacade(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new Luzes(), new Projetor(),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new SistemaSom(),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new PlayerStreaming());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homeTheater.assistirFilme(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"O Auto da Compadecida");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homeTheater.encerrarFilme();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4F17A84-12A4-4BB9-B4F6-F9BCC4D7D1B5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2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2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2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Facade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Facade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Aplicabilidade</a:t>
            </a:r>
            <a:r>
              <a:rPr lang="en-US" sz="18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se quer oferecer uma interface simples para um subsistema complexo, cobrindo os usos mais comuns.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há muitas dependências entre os clientes e as classes de implementação de um subsistema; a Fachada desacopla os dois lados.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se quer organizar o sistema em camadas: cada camada expõe uma Fachada como ponto de entrada.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Exemplos: APIs de bibliotecas complexas (conversão de vídeo, envio de e-mails), classes de serviço em aplicações em camadas e o JdbcTemplate do Spring sobre o JDBC.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EDA7002-B8DF-4828-8539-74A945FBD055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3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3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3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Facade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42" name="Tabela 6"/>
          <p:cNvGraphicFramePr/>
          <p:nvPr/>
        </p:nvGraphicFramePr>
        <p:xfrm>
          <a:off x="457200" y="2853000"/>
          <a:ext cx="8229240" cy="2073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PRÓS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CONTRAS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Isola o cliente da complexidade do subsistema: poucas chamadas substituem longas sequências de operações.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 Fachada pode virar um "objeto deus", acoplado a todas as classes do sistema, se concentrar responsabilidades demais.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Reduz o acoplamento: mudanças no subsistema afetam apenas a Fachada, não os clientes.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Oferece só os casos de uso mais comuns; quem precisa de controle fino ainda tem de acessar o subsistema.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Ajuda a organizar o sistema em camadas, com pontos de entrada bem definidos.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Adiciona mais uma classe a manter, que precisa acompanhar as mudanças do subsistema.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68FBF21-7E69-462B-9176-ABF03D84F657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EmbeddedLab</Template>
  <TotalTime>118500</TotalTime>
  <Application>LibreOffice/26.2.6.1$Linux_X86_64 LibreOffice_project/620$Build-1</Application>
  <AppVersion>15.0000</AppVersion>
  <Words>288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2012-08-10T18:51:58Z</dcterms:created>
  <dc:creator>lenardocs</dc:creator>
  <dc:description/>
  <dc:language>pt-BR</dc:language>
  <cp:lastModifiedBy/>
  <cp:lastPrinted>2015-03-03T10:46:54Z</cp:lastPrinted>
  <dcterms:modified xsi:type="dcterms:W3CDTF">2026-09-15T19:31:40Z</dcterms:modified>
  <cp:revision>2229</cp:revision>
  <dc:subject/>
  <dc:title>Sistemas Multimídia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Apresentação na tela (4:3)</vt:lpwstr>
  </property>
  <property fmtid="{D5CDD505-2E9C-101B-9397-08002B2CF9AE}" pid="4" name="Slides">
    <vt:i4>7</vt:i4>
  </property>
</Properties>
</file>