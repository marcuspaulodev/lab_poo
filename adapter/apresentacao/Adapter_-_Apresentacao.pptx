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6B8AA2-8D9A-42E2-AC8B-AF8D27B7C0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843D3-0AA9-4F39-9834-A4C1993E68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E8617-01B9-4233-8CD3-D0F324B0920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A6065-8D21-47B4-97FB-33CA1B77AA3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D9E57-757B-4357-9042-015B17E759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FB6FA-4827-4DC6-B98A-F8FEB163673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9FC1B-10D6-4964-B98D-DDDF78FD60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D6152-10C6-48D4-B8B0-40F43AEF029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02B52-CB80-4704-A236-2EC0F6B40DC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38045-3D08-4710-AA4C-A36939B9F56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DB8CE-0DE9-4A97-A013-501CE201453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40CB8-F393-4F55-B8C3-06E74C887CE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EB828-C684-4F14-BAEF-181C23567C0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444DD-1FDC-4EE2-9BC1-C64DD7FE76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51835-420F-4434-ACB7-F8937F4D3AB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1A90-273E-4AD2-A8E2-F21668F049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4B3A7-B971-4FDB-BD2D-6318722AD7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DE757-8E53-4654-8AF4-3FC44C1B10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75399-33C1-4D26-9C8B-F489C819CA5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Permite que classes com interfaces incompatíveis trabalhem juntas, convertendo a interface de uma classe existente na interface esperada pelo cliente.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9BD921-545F-42EE-9793-D8F6DD0CBA0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Já existe uma classe pronta e testada (ReprodutorAvancado) que resolve o problema, mas sua interface (reproduzirVlc()/reproduzirMp4()) não é a que o cliente espera (reproduzir()).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Não é possível, ou não é desejável, alterar essa classe existente — pode ser uma biblioteca de terceiros ou código legado usado em várias partes do sistema.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cliente já está escrito contra sua própria interface (ReprodutorMidia, com reproduzir(tipo, nome)) e não deveria conhecer os detalhes internos de cada formato.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É preciso encaixar essa classe incompatível no sistema sem duplicar sua lógica e sem forçar o cliente a se adaptar a ela.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25F48-5D32-4F8D-A2E7-CD12E23C4C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Definir a interface Target que o cliente já espera usar (ReprodutorMidia).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Identificar a classe existente e incompatível — o Adaptee (ReprodutorAvancado).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Criar uma classe Adapter (AdaptadorMidia) que implementa a interface Target e guarda uma referência ao Adaptee.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Cada método do Adapter traduz a chamada da interface Target para a chamada equivalente na interface do Adaptee.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cliente passa a interagir só com a interface Target, sem nunca conhecer a classe Adaptee diretamente.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311CF6-1F9A-4969-BDE2-A168238A21A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ReprodutorMp3 é o cliente: implementa ReprodutorMidia e sabe tocar mp3 nativamente.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ReprodutorMidia é a interface Target esperada pelo cliente: declara reproduzir(tipo, nome).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AdaptadorMidia implementa ReprodutorMidia e guarda uma referência a um ReprodutorAvancado.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ReprodutorAvancado é a interface Adaptee, implementada por ReprodutorVlc e ReprodutorMp4, com métodos incompatíveis com o cliente.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23"/>
          <p:cNvSpPr/>
          <p:nvPr/>
        </p:nvSpPr>
        <p:spPr>
          <a:xfrm>
            <a:off x="4716000" y="1749960"/>
            <a:ext cx="2599560" cy="6498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ReprodutorMp3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(Cliente)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4"/>
          <p:cNvSpPr/>
          <p:nvPr/>
        </p:nvSpPr>
        <p:spPr>
          <a:xfrm>
            <a:off x="4716000" y="2699760"/>
            <a:ext cx="2599560" cy="6498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«interface»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ReprodutorMidia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reproduzir(tipo, nome)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5"/>
          <p:cNvSpPr/>
          <p:nvPr/>
        </p:nvSpPr>
        <p:spPr>
          <a:xfrm>
            <a:off x="4716000" y="3649560"/>
            <a:ext cx="2599560" cy="6498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AdaptadorMidia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avancado: ReprodutorAvancado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4716000" y="4599360"/>
            <a:ext cx="2599560" cy="79956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«interface»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ReprodutorAvancado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reproduzirVlc(nome)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reproduzirMp4(nome)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Connector 26"/>
          <p:cNvCxnSpPr/>
          <p:nvPr/>
        </p:nvCxnSpPr>
        <p:spPr>
          <a:xfrm>
            <a:off x="6015780" y="2399760"/>
            <a:ext cx="0" cy="3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09" name="Connector 27"/>
          <p:cNvCxnSpPr/>
          <p:nvPr/>
        </p:nvCxnSpPr>
        <p:spPr>
          <a:xfrm flipV="1">
            <a:off x="6015780" y="3349560"/>
            <a:ext cx="0" cy="3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0" name="Connector 110"/>
          <p:cNvCxnSpPr/>
          <p:nvPr/>
        </p:nvCxnSpPr>
        <p:spPr>
          <a:xfrm>
            <a:off x="6015780" y="4299360"/>
            <a:ext cx="0" cy="3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AB2AB-BA36-483E-B4A8-2FD0474FE39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ReprodutorMidia é a interface Target; ReprodutorAvancado é a interface Adaptee, implementada por ReprodutorVlc e ReprodutorMp4.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AdaptadorMidia implementa ReprodutorMidia e traduz reproduzir(tipo, nome) para reproduzirVlc(nome) ou reproduzirMp4(nome), de acordo com o tipo recebido.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ReprodutorMp3 toca mp3 diretamente e delega qualquer outro formato para um AdaptadorMidia.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ReprodutorMidia.java / AdaptadorMidia.java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interface ReprodutorMidia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void reproduzir(String tipo, String nome);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AdaptadorMidia implements ReprodutorMidia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ReprodutorAvancado avancado;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reproduzir(String tipo, String nome)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if (tipo.equals("vlc"))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avancado.reproduzirVlc(nome);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else if (tipo.equals("mp4"))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avancado.reproduzirMp4(nome);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ReprodutorMp3.java / Main.java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// ReprodutorMp3.java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void reproduzir(String tipo, String nome)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if (tipo.equals("mp3"))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tocarMp3(nome);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else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new AdaptadorMidia(tipo).reproduzir(tipo, nome);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// Main.java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ReprodutorMidia r = new ReprodutorMp3();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r.reproduzir("mp3", "musica.mp3");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r.reproduzir("vlc", "filme.vlc");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F17A84-12A4-4BB9-B4F6-F9BCC4D7D1B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é preciso usar uma classe existente, mas sua interface não é compatível com o restante do código (bibliotecas de terceiros, código legado).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não é possível alterar o código-fonte da classe existente para adequá-la à interface esperada.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se quer reaproveitar subclasses existentes que não têm alguma funcionalidade em comum, sem herdar de cada uma delas.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Ao integrar sistemas diferentes — converter dados de um formato para outro, ou uma API antiga para a interface esperada pela aplicação.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DA7002-B8DF-4828-8539-74A945FBD05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Adapter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2" name="Tabela 6"/>
          <p:cNvGraphicFramePr/>
          <p:nvPr/>
        </p:nvGraphicFramePr>
        <p:xfrm>
          <a:off x="457200" y="2853000"/>
          <a:ext cx="8229240" cy="2073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Reaproveita código existente e testado, mesmo quando sua interface não é compatível com o que o cliente espera.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Aumenta a complexidade geral do código, introduzindo uma interface e uma classe extras só para compatibilizar interfaces.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Concentra a lógica de conversão de interface em uma única classe, em vez de espalhar adaptações pelo código cliente.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Às vezes é mais simples mudar a classe de serviço para que ela já fique de acordo com o resto do código, quando isso é possível.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Desacopla cliente e classe adaptada: nenhum dos dois precisa conhecer o outro diretamente.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Usado em excesso, pode encobrir problemas de design que deveriam ser resolvidos de outra forma.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FBF21-7E69-462B-9176-ABF03D84F6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2026-09-15T19:31:40Z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