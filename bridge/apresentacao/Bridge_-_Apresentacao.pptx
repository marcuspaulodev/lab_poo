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797675" cy="987425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B6B8AA2-8D9A-42E2-AC8B-AF8D27B7C09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37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D843D3-0AA9-4F39-9834-A4C1993E68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38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AE8617-01B9-4233-8CD3-D0F324B0920C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39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5A6065-8D21-47B4-97FB-33CA1B77AA31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0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9D9E57-757B-4357-9042-015B17E759EB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1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DFB6FA-4827-4DC6-B98A-F8FEB163673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42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B9FC1B-10D6-4964-B98D-DDDF78FD60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43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6D6152-10C6-48D4-B8B0-40F43AEF029A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902B52-CB80-4704-A236-2EC0F6B40DC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D38045-3D08-4710-AA4C-A36939B9F56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tí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ul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8DB8CE-0DE9-4A97-A013-501CE201453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A40CB8-F393-4F55-B8C3-06E74C887CE8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EB828-C684-4F14-BAEF-181C23567C03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2444DD-1FDC-4EE2-9BC1-C64DD7FE76A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B51835-420F-4434-ACB7-F8937F4D3AB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771A90-273E-4AD2-A8E2-F21668F049A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A4B3A7-B971-4FDB-BD2D-6318722AD79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7DE757-8E53-4654-8AF4-3FC44C1B109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C75399-33C1-4D26-9C8B-F489C819CA5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6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6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6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6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Bridge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Bridge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Desacopla uma abstração de sua implementação, permitindo que as duas variem de forma independente.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79BD921-545F-42EE-9793-D8F6DD0CBA0D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7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7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7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Bridge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Bridge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Problema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Uma classe (ex.: ControleRemoto) pode ter várias variações de abstração (controle básico, controle avançado) e, ao mesmo tempo, precisa funcionar com vários dispositivos diferentes (TV, Rádio).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Se a abstração herdar diretamente de cada dispositivo concreto, o número de subclasses explode: uma classe para cada combinação de tipo de controle × tipo de dispositivo.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Herança fixa essas duas dimensões de variação juntas em tempo de compilação, dificultando adicionar um novo dispositivo ou um novo tipo de controle sem tocar em várias classes.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É preciso separar essas duas dimensões — a abstração de alto nível (o controle) e a implementação de baixo nível (o dispositivo) — para que cada uma possa evoluir de forma independente.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F825F48-5D32-4F8D-A2E7-CD12E23C4CF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8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8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8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Bridge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Bridge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Solução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Separar a hierarquia em duas: a Abstração (ControleRemoto) e o Implementor (Dispositivo).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 Abstração guarda uma referência ao Implementor (composição, não herança) — essa referência é a "ponte" entre as duas hierarquias.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 Abstração delega as operações de baixo nível para o Implementor, em vez de implementá-las ela mesma.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Cada hierarquia pode crescer separadamente: novas Abstrações Refinadas (ControleRemotoAvancado) ou novos Implementadores Concretos (TV, Radio) sem afetar a outra hierarquia.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cliente trabalha com a Abstração, que por sua vez delega para qualquer Implementor concreto configurado.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F311CF6-1F9A-4969-BDE2-A168238A21AA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9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9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9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0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Bridge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Bridge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Estrutura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ControleRemotoAvancado (Abstração Refinada) estende ControleRemoto e adiciona comportamento extra (mudo()).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ControleRemoto (Abstração) guarda uma referência a um Dispositivo e delega as operações básicas.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Dispositivo é o Implementor: interface com as operações de baixo nível (ligar, desligar, ajustarVolume).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TV e Radio são Implementadores Concretos, cada um controlando um tipo de hardware diferente.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Rectangle 23"/>
          <p:cNvSpPr/>
          <p:nvPr/>
        </p:nvSpPr>
        <p:spPr>
          <a:xfrm>
            <a:off x="4716000" y="1749960"/>
            <a:ext cx="2599560" cy="6498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ControleRemotoAvancado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(Abstração Refinada)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24"/>
          <p:cNvSpPr/>
          <p:nvPr/>
        </p:nvSpPr>
        <p:spPr>
          <a:xfrm>
            <a:off x="4716000" y="2699760"/>
            <a:ext cx="2599560" cy="6498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ControleRemoto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- dispositivo: Dispositivo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ligar()/aumentarVolume()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25"/>
          <p:cNvSpPr/>
          <p:nvPr/>
        </p:nvSpPr>
        <p:spPr>
          <a:xfrm>
            <a:off x="4716000" y="3649560"/>
            <a:ext cx="2599560" cy="64980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«interface»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Dispositivo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ligar()/ajustarVolume(int)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08"/>
          <p:cNvSpPr/>
          <p:nvPr/>
        </p:nvSpPr>
        <p:spPr>
          <a:xfrm>
            <a:off x="4716000" y="4599360"/>
            <a:ext cx="2599560" cy="64980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TV, Radio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(Implementadores Concretos)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" name="Connector 26"/>
          <p:cNvCxnSpPr/>
          <p:nvPr/>
        </p:nvCxnSpPr>
        <p:spPr>
          <a:xfrm>
            <a:off x="6015780" y="2399760"/>
            <a:ext cx="0" cy="3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09" name="Connector 27"/>
          <p:cNvCxnSpPr/>
          <p:nvPr/>
        </p:nvCxnSpPr>
        <p:spPr>
          <a:xfrm flipV="1">
            <a:off x="6015780" y="3349560"/>
            <a:ext cx="0" cy="3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10" name="Connector 110"/>
          <p:cNvCxnSpPr/>
          <p:nvPr/>
        </p:nvCxnSpPr>
        <p:spPr>
          <a:xfrm>
            <a:off x="6015780" y="4299360"/>
            <a:ext cx="0" cy="3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2CAB2AB-BA36-483E-B4A8-2FD0474FE398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11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2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13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14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5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Bridge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Bridge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Exemplo de Código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Dispositivo é a interface Implementor; TV e Radio são Implementadores Concretos, cada um com seu próprio estado.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ControleRemoto guarda a referência (a ponte) para um Dispositivo e delega ligar/desligar/volume.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ControleRemotoAvancado estende ControleRemoto e adiciona mudo(), sem conhecer o Dispositivo concreto.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8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Rectangle 23"/>
          <p:cNvSpPr/>
          <p:nvPr/>
        </p:nvSpPr>
        <p:spPr>
          <a:xfrm>
            <a:off x="4716000" y="16498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Dispositivo.java / ControleRemoto.java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interface Dispositivo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void ligar();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void desligar();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void ajustarVolume(int variacao);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class ControleRemoto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protected final Dispositivo dispositivo;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public void aumentarVolume()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dispositivo.ajustarVolume(10);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24"/>
          <p:cNvSpPr/>
          <p:nvPr/>
        </p:nvSpPr>
        <p:spPr>
          <a:xfrm>
            <a:off x="4716000" y="41500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TV.java / ControleRemotoAvancado.java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// TV.java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class TV implements Dispositivo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public void ligar() { ligada = true;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...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// ControleRemotoAvancado.java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class ControleRemotoAvancado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extends ControleRemoto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public void mudo()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dispositivo.ajustarVolume(-100);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4F17A84-12A4-4BB9-B4F6-F9BCC4D7D1B5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2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2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2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Bridge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Bridge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Aplicabilidade</a:t>
            </a:r>
            <a:r>
              <a:rPr lang="en-US" sz="18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se quer evitar uma ligação permanente entre uma abstração e sua implementação, ex.: para trocar a implementação em tempo de execução.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tanto a abstração quanto a implementação devem poder ser estendidas por herança de forma independente, sem afetar uma à outra.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alterações na implementação não devem exigir recompilar o código que usa a abstração.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existiria uma explosão de subclasses ao combinar variações de abstração e de implementação por herança direta.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EDA7002-B8DF-4828-8539-74A945FBD055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3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3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3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Bridge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42" name="Tabela 6"/>
          <p:cNvGraphicFramePr/>
          <p:nvPr/>
        </p:nvGraphicFramePr>
        <p:xfrm>
          <a:off x="457200" y="2853000"/>
          <a:ext cx="8229240" cy="2073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PRÓS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CONTRAS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Desacopla abstração e implementação, permitindo que cada uma evolua e seja estendida de forma independente.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Aumenta a complexidade geral do código, introduzindo mais uma camada de indireção (interfaces e composição em vez de herança direta).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Evita a explosão de subclasses que ocorreria ao combinar variações de abstração e de implementação por herança direta.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Fica mais difícil acompanhar o fluxo do programa quando abstração e implementação estão em classes separadas.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Permite trocar a implementação em tempo de execução, já que a ligação é feita por composição, não por herança.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Só compensa quando realmente existem (ou vão existir) múltiplas variações independentes dos dois lados.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68FBF21-7E69-462B-9176-ABF03D84F657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EmbeddedLab</Template>
  <TotalTime>118500</TotalTime>
  <Application>LibreOffice/26.2.6.1$Linux_X86_64 LibreOffice_project/620$Build-1</Application>
  <AppVersion>15.0000</AppVersion>
  <Words>288</Words>
  <Paragraphs>91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2012-08-10T18:51:58Z</dcterms:created>
  <dc:creator>lenardocs</dc:creator>
  <dc:description/>
  <dc:language>pt-BR</dc:language>
  <cp:lastModifiedBy/>
  <cp:lastPrinted>2015-03-03T10:46:54Z</cp:lastPrinted>
  <dcterms:modified xsi:type="dcterms:W3CDTF">2026-09-15T19:31:40Z</dcterms:modified>
  <cp:revision>2229</cp:revision>
  <dc:subject/>
  <dc:title>Sistemas Multimídia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Apresentação na tela (4:3)</vt:lpwstr>
  </property>
  <property fmtid="{D5CDD505-2E9C-101B-9397-08002B2CF9AE}" pid="4" name="Slides">
    <vt:i4>7</vt:i4>
  </property>
</Properties>
</file>