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Anexa responsabilidades adicionais a um objeto dinamicamente, envolvendo-o em objetos decoradores; oferece uma alternativa flexível à herança para estender funcionalidades.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Uma cafeteria vende bebidas (ex.: CafeExpresso) que podem receber vários adicionais: leite, chocolate, chantilly... em qualquer combinação.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uma subclasse para cada combinação (CafeComLeite, CafeComLeiteEChocolate, ...) faz o número de classes explodir.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Herança é estática: não dá para adicionar ou remover um comportamento de um objeto em tempo de execução.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Colocar todos os adicionais como flags na classe base a deixa inchada e obriga a alterá-la a cada novo adicional.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Definir uma interface comum, o Componente (Bebida), com as operações descricao() e preco().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Componente Concreto (CafeExpresso) implementa o comportamento básico.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 Decorador abstrato (DecoradorBebida) que também implementa Bebida e guarda uma referência a outra Bebida, repassando as chamadas para ela.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Decorador Concreto (ComLeite, ComChocolate, ...) sobrescreve as operações, chamando a bebida envolvida e acrescentando seu próprio comportamento antes ou depois.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Como decoradores também são Bebidas, eles podem ser empilhados: new ComChocolate(new ComLeite(new CafeExpresso())).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Bebida é o Componente: a interface comum a bebidas e decoradores.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CafeExpresso é o Componente Concreto: o objeto básico que será decorado.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DecoradorBebida implementa Bebida e envolve outra Bebida, delegando a ela por padrão.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ComLeite, ComChocolate e ComChantilly são Decoradores Concretos: acrescentam descrição e preço.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2949960"/>
            <a:ext cx="1200000" cy="7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CafeExpresso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(Componente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Concreto)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6066000" y="2949960"/>
            <a:ext cx="1500000" cy="7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DecoradorBebida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(Decorador abstrato)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bebida: Bebida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1749960"/>
            <a:ext cx="2599560" cy="7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 Bebida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descricao()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preco()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066000" y="4199960"/>
            <a:ext cx="1500000" cy="9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ComLeite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ComChocolate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ComChantilly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(Decoradores Concretos)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 flipV="1">
            <a:off x="5316000" y="2449960"/>
            <a:ext cx="39978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H="1" flipV="1">
            <a:off x="6215780" y="2449960"/>
            <a:ext cx="25022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 flipV="1">
            <a:off x="6816000" y="3699960"/>
            <a:ext cx="0" cy="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200" name="Connector 200"/>
          <p:cNvCxnSpPr/>
          <p:nvPr/>
        </p:nvCxnSpPr>
        <p:spPr>
          <a:xfrm flipV="1">
            <a:off x="7216000" y="2449960"/>
            <a:ext cx="0" cy="5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headEnd type="diamond" w="med" len="med"/>
            <a:tailEnd type="arrow" w="med" len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  <p:sp>
        <p:nvSpPr>
          <p:cNvPr id="201" name="TextBox 200"/>
          <p:cNvSpPr txBox="1"/>
          <p:nvPr/>
        </p:nvSpPr>
        <p:spPr>
          <a:xfrm>
            <a:off x="7246000" y="256996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latin typeface="Calibri"/>
              </a:rPr>
              <a:t>envolve 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DecoradorBebida guarda a Bebida envolvida e, por padrão, apenas repassa descricao() e preco() a ela.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decorador concreto chama a bebida envolvida e soma o seu adicional ao resultado.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empilha decoradores em tempo de execução: expresso + leite + chocolate + chantilly = R$ 11,00.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Bebida.java / DecoradorBebida.java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Bebida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String descricao();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double preco();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abstract class DecoradorBebida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implements Bebida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protected final Bebida bebida;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double preco()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bebida.preco();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ComLeite.java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ComLeite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extends DecoradorBebida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double preco()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bebida.preco() + 1.50;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Main.java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Bebida b = new ComChantilly(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new ComChocolate(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new ComLeite(new CafeExpresso())));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b.preco(); // 11.00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se quer adicionar responsabilidades a objetos individuais de forma dinâmica e transparente, sem afetar outros objetos da mesma classe.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estender por herança é impraticável: muitas combinações independentes geram uma explosão de subclasses.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classe não pode ser estendida por herança (ex.: é final) ou não se tem acesso ao seu código.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streams de I/O do Java (new BufferedReader(new InputStreamReader(...))), Collections.unmodifiableList(), bordas e barras de rolagem em GUIs.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Decorator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Estende o comportamento de um objeto sem criar novas subclasses, e em tempo de execução.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É difícil remover um decorador específico do meio da pilha de envoltórios.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combinar vários comportamentos empilhando decoradores; cada classe tem uma única responsabilidade.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resultado pode depender da ordem em que os decoradores foram empilhados.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Respeita o Princípio Aberto/Fechado: novos adicionais são novas classes, sem alterar as existentes.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Gera muitos objetos pequenos e parecidos, o que dificulta a depuração e o entendimento do código.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