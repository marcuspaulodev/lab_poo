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Usa compartilhamento para suportar eficientemente grandes quantidades de objetos, mantendo em comum a parte do estado que se repete em vez de duplicá-la em cada objeto.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Uma aplicação precisa de uma quantidade enorme de objetos parecidos: ex.: uma Floresta com centenas de milhares de Árvores em um jogo ou mapa.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Árvore guarda tudo sozinha: posição (x, y) e também nome, cor e textura — dados pesados que são idênticos entre árvores da mesma espécie.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Esses dados repetidos são duplicados em memória milhares de vezes, e o programa pode ficar lento ou até esgotar a RAM.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É preciso separar o que é comum (e pode ser compartilhado) do que é único de cada objeto.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Dividir o estado do objeto em duas partes: estado intrínseco (compartilhável, igual para muitos objetos: nome, cor, textura) e estado extrínseco (único de cada objeto: posição x, y).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Mover o estado intrínseco para um objeto Flyweight imutável (TipoArvore), que passa a ser compartilhado.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objeto de contexto (Arvore) guarda apenas o estado extrínseco e uma referência ao Flyweight.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Uma Fábrica de Flyweights (FabricaTiposArvore) mantém um cache e devolve um Flyweight existente sempre que possível, criando um novo só quando necessário.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Operações recebem o estado extrínseco como parâmetro: tipo.desenhar(x, y).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Floresta (Cliente) planta Árvores e pede os tipos à fábrica.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Arvore é o Contexto: guarda o estado extrínseco (x, y) e uma referência ao TipoArvore.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TipoArvore é o Flyweight: guarda o estado intrínseco (nome, cor, textura) e é imutável.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FabricaTiposArvore mantém o cache de TipoArvore e garante que cada tipo seja criado uma única vez.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4716000" y="1749960"/>
            <a:ext cx="2599560" cy="6498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Floresta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4716000" y="2699760"/>
            <a:ext cx="2599560" cy="6498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Arvore (Contexto)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x, y: int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tipo: TipoArvore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716000" y="3649560"/>
            <a:ext cx="2599560" cy="6498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TipoArvore (Flyweight)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nome, cor, textura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desenhar(x, y)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4716000" y="4599360"/>
            <a:ext cx="2599560" cy="6498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FabricaTiposArvore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cache: Map&lt;String, TipoArvore&gt;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Connector 26"/>
          <p:cNvCxnSpPr/>
          <p:nvPr/>
        </p:nvCxnSpPr>
        <p:spPr>
          <a:xfrm>
            <a:off x="6015780" y="23997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09" name="Connector 27"/>
          <p:cNvCxnSpPr/>
          <p:nvPr/>
        </p:nvCxnSpPr>
        <p:spPr>
          <a:xfrm>
            <a:off x="6015780" y="33495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0" name="Connector 110"/>
          <p:cNvCxnSpPr/>
          <p:nvPr/>
        </p:nvCxnSpPr>
        <p:spPr>
          <a:xfrm flipV="1">
            <a:off x="6015780" y="4299360"/>
            <a:ext cx="0" cy="3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TipoArvore é o Flyweight: imutável, guarda só o estado intrínseco e recebe x, y em desenhar().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FabricaTiposArvore usa um Map como cache: computeIfAbsent só cria um TipoArvore se ele ainda não existir.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Arvore guarda apenas x, y e a referência ao tipo compartilhado; 100 mil árvores usam só 3 tipos.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TipoArvore.java / Arvore.java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TipoArvore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String nome, cor, textura;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desenhar(int x, int y)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...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Arvore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int x, y;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TipoArvore tipo;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public void desenhar()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tipo.desenhar(x, y);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FabricaTiposArvore.java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class FabricaTiposArvore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static Map&lt;String, TipoArvore&gt; cache;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static TipoArvore obterTipo(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String n, String c, String t)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String chave = n + "_" + c + ...;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cache.computeIfAbsent(chave,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k -&gt; new TipoArvore(n, c, t));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Main.java: 100.004 árvores plantadas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FabricaTiposArvore.totalTipos(); // 3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 aplicação usa uma quantidade muito grande de objetos, e o custo de memória para mantê-los é alto.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boa parte do estado dos objetos pode ser tornada extrínseca, e o que sobra se repete entre muitos deles.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 identidade dos objetos não importa: vários "objetos" podem ser, na verdade, a mesma instância compartilhada.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Exemplos: caracteres em editores de texto, partículas e árvores em jogos, ícones de mapas, e o cache de Integer.valueOf(-128 a 127) e o pool de Strings no próprio Java.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Flyweight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Estruturais: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Economiza muita memória quando o programa tem uma enorme quantidade de objetos semelhantes.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Pode trocar memória por processamento: o estado extrínseco precisa ser recalculado ou repassado a cada chamada.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Centraliza o estado compartilhado em objetos imutáveis, que podem ser usados com segurança por vários contextos.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 código fica mais complicado: o estado de um objeto passa a ficar dividido entre o contexto e o Flyweight.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A fábrica controla a criação: cada combinação de estado intrínseco é instanciada uma única vez.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Só compensa quando há realmente muitos objetos repetidos; caso contrário, é complexidade desnecessária.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