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Define um objeto que encapsula a forma como um conjunto de objetos interage, promovendo o acoplamento fraco ao evitar que os objetos se refiram uns aos outros explicitamente.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Objetos que precisam colaborar costumam conversar diretamente entre si, cada um guardando referências para os outros.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Ex.: aeronaves disputando uma única pista; cada uma teria que avisar e consultar todas as outras antes de pousar.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Com N objetos surgem até N×(N−1) ligações: uma teia de dependências difícil de entender e de testar.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Mudar a regra de colaboração (ex.: prioridade de pouso) obriga a mexer em todas as classes envolvidas.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Criar um objeto Mediador que centraliza a comunicação: os objetos deixam de conversar diretamente.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Mediador (TorreControle) define a interface pela qual os Colegas avisam o que aconteceu.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Mediador Concreto (TorreAeroporto) conhece os colegas e concentra as regras de coordenação: pista, fila, ordem.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Colega (Aeronave) conhece apenas o mediador e reage às mensagens que recebe dele.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 teia N×N de ligações vira uma estrela: cada colega fala só com o mediador.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cria a torre e as aeronaves e dispara as ações.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TorreControle é a interface do mediador; TorreAeroporto a implementa e guarda a pista e a fila.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Aeronave (Colega) só conhece a TorreControle: pede pouso, libera a pista e recebe mensagens.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6"/>
          <p:cNvSpPr/>
          <p:nvPr/>
        </p:nvSpPr>
        <p:spPr>
          <a:xfrm>
            <a:off x="4716000" y="1700000"/>
            <a:ext cx="170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836000" y="1625000"/>
            <a:ext cx="1850000" cy="10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TorreControle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(Mediador)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solicitarPouso(a)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liberarPista(a)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9"/>
          <p:cNvSpPr/>
          <p:nvPr/>
        </p:nvSpPr>
        <p:spPr>
          <a:xfrm>
            <a:off x="4716000" y="3500000"/>
            <a:ext cx="1700000" cy="12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Aeronave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(Colega)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torre: TorreControle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solicitarPouso()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liberarPista()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receber(msg)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10"/>
          <p:cNvSpPr/>
          <p:nvPr/>
        </p:nvSpPr>
        <p:spPr>
          <a:xfrm>
            <a:off x="6836000" y="3500000"/>
            <a:ext cx="1850000" cy="12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TorreAeroporto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(Mediador Concreto)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fila: Deque&lt;Aeronave&gt;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naPista: Aeronave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autorizar(a)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11"/>
          <p:cNvCxnSpPr/>
          <p:nvPr/>
        </p:nvCxnSpPr>
        <p:spPr>
          <a:xfrm>
            <a:off x="5566000" y="2200000"/>
            <a:ext cx="0" cy="1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3" name="Connector 113"/>
          <p:cNvCxnSpPr/>
          <p:nvPr/>
        </p:nvCxnSpPr>
        <p:spPr>
          <a:xfrm flipV="1" flipH="1">
            <a:off x="7761000" y="2625000"/>
            <a:ext cx="0" cy="875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4" name="Connector 114"/>
          <p:cNvCxnSpPr/>
          <p:nvPr/>
        </p:nvCxnSpPr>
        <p:spPr>
          <a:xfrm flipV="1">
            <a:off x="6416000" y="2450000"/>
            <a:ext cx="420000" cy="12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5" name="Connector 115"/>
          <p:cNvCxnSpPr/>
          <p:nvPr/>
        </p:nvCxnSpPr>
        <p:spPr>
          <a:xfrm flipV="1" flipH="1">
            <a:off x="6416000" y="4100000"/>
            <a:ext cx="420000" cy="0"/>
          </a:xfrm>
          <a:prstGeom prst="straightConnector1">
            <a:avLst/>
          </a:prstGeom>
          <a:ln w="15875">
            <a:solidFill>
              <a:srgbClr val="606060"/>
            </a:solidFill>
            <a:round/>
            <a:headEnd type="diamond" w="lg" len="lg"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Aeronave não conhece as outras aeronaves: só avisa a TorreControle o que quer fazer.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TorreAeroporto decide quem pousa: autoriza se a pista está livre, senão coloca na fila.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Ao liberar a pista, a torre autoriza o próximo da fila e avisa quem continua esperando.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TorreControle.java / Aeronave.java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TorreControle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solicitarPouso(Aeronave 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liberarPista(Aeronave 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Aeronave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TorreControle torre;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solicitarPouso()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torre.solicitarPouso(this);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receber(String msg) { ...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TorreAeroporto.java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solicitarPouso(Aeronave a)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if (naPista == null) autorizar(a);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else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fila.addLast(a);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a.receber("pista ocupada, aguarde");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liberarPista(Aeronave a)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naPista = null;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if (!fila.isEmpty())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autorizar(fila.pollFirst());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gol.solicitarPouso();   // autorizado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azul.solicitarPouso();  // vai para a fila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um conjunto de objetos se comunica de forma bem definida, porém complexa, gerando dependências confusas.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reutilizar um objeto é difícil porque ele referencia e conversa com muitos outros.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um comportamento distribuído entre várias classes deve ser customizável sem criar muitas subclasses.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torre de controle, salas de chat, diálogos de formulário (campos que se habilitam entre si), o Controller no MVC, java.util.Timer.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Mediator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Reduz o acoplamento: colegas não se conhecem e podem ser reutilizados e testados isoladamente.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mediador tende a concentrar lógica demais e virar um “objeto Deus”.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Centraliza as regras de interação em um só lugar, fácil de entender e de alterar.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Um mediador grande fica difícil de manter, pois conhece todos os colegas.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Troca a teia de ligações muitos-para-muitos por relações um-para-muitos, mais simples.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Toda a comunicação passa por um único ponto: uma falha ali afeta todos os colegas.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