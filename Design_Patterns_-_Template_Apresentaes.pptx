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872" r:id="rId1"/>
  </p:sldMasterIdLst>
  <p:notesMasterIdLst>
    <p:notesMasterId r:id="rId9"/>
  </p:notesMasterIdLst>
  <p:handoutMasterIdLst>
    <p:handoutMasterId r:id="rId10"/>
  </p:handoutMasterIdLst>
  <p:sldIdLst>
    <p:sldId id="457" r:id="rId2"/>
    <p:sldId id="483" r:id="rId3"/>
    <p:sldId id="485" r:id="rId4"/>
    <p:sldId id="486" r:id="rId5"/>
    <p:sldId id="490" r:id="rId6"/>
    <p:sldId id="489" r:id="rId7"/>
    <p:sldId id="487" r:id="rId8"/>
  </p:sldIdLst>
  <p:sldSz cx="9144000" cy="6858000" type="screen4x3"/>
  <p:notesSz cx="6797675" cy="98742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FF01"/>
    <a:srgbClr val="FFFFFF"/>
    <a:srgbClr val="E5E5E5"/>
    <a:srgbClr val="FDFFB3"/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68421" autoAdjust="0"/>
  </p:normalViewPr>
  <p:slideViewPr>
    <p:cSldViewPr>
      <p:cViewPr varScale="1">
        <p:scale>
          <a:sx n="75" d="100"/>
          <a:sy n="75" d="100"/>
        </p:scale>
        <p:origin x="259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93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9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C5EA0-29E7-4103-BA05-2D913AD97A19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93395-FD7E-449E-AB90-F73CDC3D17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060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30C5F-284B-44F0-A8A0-7F84179800FE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54281-F103-4FD5-A7F2-1CA3EE49F0F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797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355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57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1351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9810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0E3E-F3C0-13E4-7718-29F7C2AD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7F5FD39-48DC-31D8-5728-B3BF9F165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837A28-4DF4-9B5D-B48D-DF5B4638A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C2382F-EA7B-56BF-AECB-A3A79F160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9007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4074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652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5063-AA5D-497E-A052-93E186060258}" type="datetime1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338C-2AB5-4F7D-90A9-4B843DC428B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389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91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62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55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650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73004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887639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813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936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926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59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107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8229599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[Criacionais/Estruturais/Comportamentais]: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Nome </a:t>
            </a:r>
            <a:r>
              <a:rPr lang="en-US" sz="2000" i="1" dirty="0" err="1">
                <a:solidFill>
                  <a:srgbClr val="333399"/>
                </a:solidFill>
              </a:rPr>
              <a:t>Padrão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i="1" dirty="0">
                <a:solidFill>
                  <a:srgbClr val="333399"/>
                </a:solidFill>
              </a:rPr>
              <a:t>[</a:t>
            </a:r>
            <a:r>
              <a:rPr lang="en-US" sz="1800" i="1" dirty="0" err="1">
                <a:solidFill>
                  <a:srgbClr val="333399"/>
                </a:solidFill>
              </a:rPr>
              <a:t>Descrição</a:t>
            </a:r>
            <a:r>
              <a:rPr lang="en-US" sz="1800" i="1" dirty="0">
                <a:solidFill>
                  <a:srgbClr val="333399"/>
                </a:solidFill>
              </a:rPr>
              <a:t> do </a:t>
            </a:r>
            <a:r>
              <a:rPr lang="en-US" sz="1800" i="1" dirty="0" err="1">
                <a:solidFill>
                  <a:srgbClr val="333399"/>
                </a:solidFill>
              </a:rPr>
              <a:t>Objetivo</a:t>
            </a:r>
            <a:r>
              <a:rPr lang="en-US" sz="1800" i="1" dirty="0">
                <a:solidFill>
                  <a:srgbClr val="333399"/>
                </a:solidFill>
              </a:rPr>
              <a:t> do </a:t>
            </a:r>
            <a:r>
              <a:rPr lang="en-US" sz="1800" i="1" dirty="0" err="1">
                <a:solidFill>
                  <a:srgbClr val="333399"/>
                </a:solidFill>
              </a:rPr>
              <a:t>Padrão</a:t>
            </a:r>
            <a:r>
              <a:rPr lang="en-US" sz="1800" i="1" dirty="0">
                <a:solidFill>
                  <a:srgbClr val="333399"/>
                </a:solidFill>
              </a:rPr>
              <a:t>].</a:t>
            </a: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ftr" sz="quarter" idx="1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Aluno</a:t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email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1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pic>
        <p:nvPicPr>
          <p:cNvPr id="1026" name="Picture 2" descr="Add Image icon in Stickers Style">
            <a:extLst>
              <a:ext uri="{FF2B5EF4-FFF2-40B4-BE49-F238E27FC236}">
                <a16:creationId xmlns:a16="http://schemas.microsoft.com/office/drawing/2014/main" id="{B1455A77-710B-4DDF-1BAA-26BDEC14DF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9" b="7506"/>
          <a:stretch>
            <a:fillRect/>
          </a:stretch>
        </p:blipFill>
        <p:spPr bwMode="auto">
          <a:xfrm>
            <a:off x="2929506" y="3551561"/>
            <a:ext cx="3284984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45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8229599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[Criacionais/Estruturais/Comportamentais]: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Nome </a:t>
            </a:r>
            <a:r>
              <a:rPr lang="en-US" sz="2000" i="1" dirty="0" err="1">
                <a:solidFill>
                  <a:srgbClr val="333399"/>
                </a:solidFill>
              </a:rPr>
              <a:t>Padrão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Problema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333399"/>
                </a:solidFill>
              </a:rPr>
              <a:t>[Descrição...];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333399"/>
                </a:solidFill>
              </a:rPr>
              <a:t>[Descrição...];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333399"/>
                </a:solidFill>
              </a:rPr>
              <a:t>[Descrição...].</a:t>
            </a:r>
          </a:p>
          <a:p>
            <a:pPr lvl="3" algn="just">
              <a:buFont typeface="Wingdings" panose="05000000000000000000" pitchFamily="2" charset="2"/>
              <a:buChar char="§"/>
            </a:pPr>
            <a:endParaRPr lang="pt-BR" sz="1600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2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6A189755-9319-0F24-5E82-175FDAAB64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Aluno</a:t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email</a:t>
            </a:r>
          </a:p>
        </p:txBody>
      </p:sp>
    </p:spTree>
    <p:extLst>
      <p:ext uri="{BB962C8B-B14F-4D97-AF65-F5344CB8AC3E}">
        <p14:creationId xmlns:p14="http://schemas.microsoft.com/office/powerpoint/2010/main" val="204957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[Criacionais/Estruturais/Comportamentais]: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Nome </a:t>
            </a:r>
            <a:r>
              <a:rPr lang="en-US" sz="2000" i="1" dirty="0" err="1">
                <a:solidFill>
                  <a:srgbClr val="333399"/>
                </a:solidFill>
              </a:rPr>
              <a:t>Padrão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Solução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[Descrição do Passo];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[Descrição do Passo];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[Descrição do Passo];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[Descrição do Passo];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[Descrição do Passo];</a:t>
            </a:r>
          </a:p>
          <a:p>
            <a:pPr marL="1714500" lvl="3" indent="-342900" algn="just">
              <a:buFont typeface="+mj-lt"/>
              <a:buAutoNum type="arabicPeriod"/>
            </a:pPr>
            <a:endParaRPr lang="pt-BR" sz="1400" dirty="0">
              <a:solidFill>
                <a:srgbClr val="333399"/>
              </a:solidFill>
            </a:endParaRPr>
          </a:p>
          <a:p>
            <a:pPr marL="1714500" lvl="3" indent="-342900" algn="just">
              <a:buFont typeface="+mj-lt"/>
              <a:buAutoNum type="arabicPeriod" startAt="3"/>
            </a:pPr>
            <a:endParaRPr lang="pt-BR" sz="1400" dirty="0">
              <a:solidFill>
                <a:srgbClr val="333399"/>
              </a:solidFill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3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36B674DF-A554-44F2-F417-3B94F00F5C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Aluno</a:t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email</a:t>
            </a:r>
          </a:p>
        </p:txBody>
      </p:sp>
    </p:spTree>
    <p:extLst>
      <p:ext uri="{BB962C8B-B14F-4D97-AF65-F5344CB8AC3E}">
        <p14:creationId xmlns:p14="http://schemas.microsoft.com/office/powerpoint/2010/main" val="69334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8229599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[Criacionais/Estruturais/Comportamentais]: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Nome </a:t>
            </a:r>
            <a:r>
              <a:rPr lang="en-US" sz="2000" i="1" dirty="0" err="1">
                <a:solidFill>
                  <a:srgbClr val="333399"/>
                </a:solidFill>
              </a:rPr>
              <a:t>Padrão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Estrutura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[Interface/Classe]: ...;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[Interface/Classe]: ...;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[Interface/Classe]: ...;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[Interface/Classe]: ...;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[Interface/Classe]: ....</a:t>
            </a: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4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6" name="Rectangle 14">
            <a:extLst>
              <a:ext uri="{FF2B5EF4-FFF2-40B4-BE49-F238E27FC236}">
                <a16:creationId xmlns:a16="http://schemas.microsoft.com/office/drawing/2014/main" id="{AE81D55B-E5CF-74E9-DC16-6AC89B187E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Aluno</a:t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email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720BC82-5387-618A-D13C-DD8B7DB7D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3029768"/>
            <a:ext cx="2989678" cy="217685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D0EAB08-FA91-B54A-3F11-FAF78FDC91A4}"/>
              </a:ext>
            </a:extLst>
          </p:cNvPr>
          <p:cNvSpPr txBox="1"/>
          <p:nvPr/>
        </p:nvSpPr>
        <p:spPr>
          <a:xfrm>
            <a:off x="4716016" y="5155832"/>
            <a:ext cx="2989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 algn="ctr"/>
            <a:r>
              <a:rPr lang="pt-BR" sz="1800" i="1" dirty="0">
                <a:solidFill>
                  <a:srgbClr val="333399"/>
                </a:solidFill>
              </a:rPr>
              <a:t>[Adicionar diagrama de Classe UML do Padrão]</a:t>
            </a:r>
          </a:p>
        </p:txBody>
      </p:sp>
    </p:spTree>
    <p:extLst>
      <p:ext uri="{BB962C8B-B14F-4D97-AF65-F5344CB8AC3E}">
        <p14:creationId xmlns:p14="http://schemas.microsoft.com/office/powerpoint/2010/main" val="171411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D778-AF68-B1FC-30C0-5A8B8D237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>
            <a:extLst>
              <a:ext uri="{FF2B5EF4-FFF2-40B4-BE49-F238E27FC236}">
                <a16:creationId xmlns:a16="http://schemas.microsoft.com/office/drawing/2014/main" id="{D22405AB-904F-63B0-93DF-4ED4C3A0533D}"/>
              </a:ext>
            </a:extLst>
          </p:cNvPr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12858A9-6D4B-B317-48EF-5A708A02EC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32A5A3AB-B1D9-12FA-F561-6E0F36A9973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>
            <a:extLst>
              <a:ext uri="{FF2B5EF4-FFF2-40B4-BE49-F238E27FC236}">
                <a16:creationId xmlns:a16="http://schemas.microsoft.com/office/drawing/2014/main" id="{E23A1FFA-8526-3CF0-0214-CD7A506DC64E}"/>
              </a:ext>
            </a:extLst>
          </p:cNvPr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0C6CC2A8-912E-999E-5003-8DFDDD4234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94953508-C056-EA4C-C060-C81FB017E4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6E8A26C-2F78-4A17-D33D-5DA21845F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95F881-3416-FD67-C39E-09BD67B8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8229599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[Criacionais/Estruturais/Comportamentais]: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Nome </a:t>
            </a:r>
            <a:r>
              <a:rPr lang="en-US" sz="2000" i="1" dirty="0" err="1">
                <a:solidFill>
                  <a:srgbClr val="333399"/>
                </a:solidFill>
              </a:rPr>
              <a:t>Padrão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Exemplo</a:t>
            </a:r>
            <a:r>
              <a:rPr lang="en-US" sz="1800" b="1" u="sng" dirty="0">
                <a:solidFill>
                  <a:srgbClr val="333399"/>
                </a:solidFill>
              </a:rPr>
              <a:t> de Código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D911A3-EEB2-365D-51B9-9995178A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5</a:t>
            </a:fld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10B1C1B-3878-7851-DD82-29C41BB12A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2375872-45C1-6D18-131D-BBF3B40502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6" name="Rectangle 14">
            <a:extLst>
              <a:ext uri="{FF2B5EF4-FFF2-40B4-BE49-F238E27FC236}">
                <a16:creationId xmlns:a16="http://schemas.microsoft.com/office/drawing/2014/main" id="{ED912FF9-6581-2942-327B-109A119707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Aluno</a:t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email</a:t>
            </a:r>
          </a:p>
        </p:txBody>
      </p:sp>
      <p:pic>
        <p:nvPicPr>
          <p:cNvPr id="3076" name="Picture 4" descr="Code - Free computer icons">
            <a:extLst>
              <a:ext uri="{FF2B5EF4-FFF2-40B4-BE49-F238E27FC236}">
                <a16:creationId xmlns:a16="http://schemas.microsoft.com/office/drawing/2014/main" id="{EFEC2A21-C5D1-0229-6726-7650EC320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879" y="3072655"/>
            <a:ext cx="3208957" cy="320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79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[Criacionais/Estruturais/Comportamentais]: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Nome </a:t>
            </a:r>
            <a:r>
              <a:rPr lang="en-US" sz="2000" i="1" dirty="0" err="1">
                <a:solidFill>
                  <a:srgbClr val="333399"/>
                </a:solidFill>
              </a:rPr>
              <a:t>Padrão</a:t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u="sng" dirty="0" err="1">
                <a:solidFill>
                  <a:srgbClr val="333399"/>
                </a:solidFill>
              </a:rPr>
              <a:t>Aplicabilidade</a:t>
            </a:r>
            <a:r>
              <a:rPr lang="en-US" sz="1800" dirty="0">
                <a:solidFill>
                  <a:srgbClr val="333399"/>
                </a:solidFill>
              </a:rPr>
              <a:t>: 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[Situação 1];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[Situação 2];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...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[Situação </a:t>
            </a:r>
            <a:r>
              <a:rPr lang="pt-BR" sz="1400" i="1" dirty="0">
                <a:solidFill>
                  <a:srgbClr val="333399"/>
                </a:solidFill>
              </a:rPr>
              <a:t>n</a:t>
            </a:r>
            <a:r>
              <a:rPr lang="pt-BR" sz="1400" dirty="0">
                <a:solidFill>
                  <a:srgbClr val="333399"/>
                </a:solidFill>
              </a:rPr>
              <a:t>]</a:t>
            </a:r>
            <a:endParaRPr lang="en-US" sz="1400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6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19D190A5-4B0B-0CC4-B09F-E91B114009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Aluno</a:t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email</a:t>
            </a:r>
          </a:p>
        </p:txBody>
      </p:sp>
    </p:spTree>
    <p:extLst>
      <p:ext uri="{BB962C8B-B14F-4D97-AF65-F5344CB8AC3E}">
        <p14:creationId xmlns:p14="http://schemas.microsoft.com/office/powerpoint/2010/main" val="21078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Patterns</a:t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[Criacionais/Estruturais/Comportamentais]: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7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19AF9261-8EF8-490B-BB71-B2DC1BEC2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361928"/>
              </p:ext>
            </p:extLst>
          </p:nvPr>
        </p:nvGraphicFramePr>
        <p:xfrm>
          <a:off x="457200" y="2852936"/>
          <a:ext cx="8229600" cy="18186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47446261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038140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PRÓS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CONTRAS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667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pt-BR" sz="1400" b="0" kern="1200" dirty="0">
                          <a:solidFill>
                            <a:schemeClr val="dk1"/>
                          </a:solidFill>
                          <a:effectLst/>
                        </a:rPr>
                        <a:t>...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 2" panose="05020102010507070707" pitchFamily="18" charset="2"/>
                        <a:buChar char="O"/>
                      </a:pPr>
                      <a:r>
                        <a:rPr lang="pt-BR" sz="1400" b="0" kern="1200" dirty="0">
                          <a:solidFill>
                            <a:schemeClr val="dk1"/>
                          </a:solidFill>
                          <a:effectLst/>
                        </a:rPr>
                        <a:t>...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487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pt-BR" sz="1400" b="0" kern="1200" dirty="0">
                          <a:solidFill>
                            <a:schemeClr val="dk1"/>
                          </a:solidFill>
                          <a:effectLst/>
                        </a:rPr>
                        <a:t>...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 2" panose="05020102010507070707" pitchFamily="18" charset="2"/>
                        <a:buChar char="O"/>
                      </a:pPr>
                      <a:r>
                        <a:rPr lang="pt-BR" sz="1400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256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pt-BR" sz="1400" b="0" kern="1200" dirty="0">
                          <a:solidFill>
                            <a:schemeClr val="dk1"/>
                          </a:solidFill>
                          <a:effectLst/>
                        </a:rPr>
                        <a:t>...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 2" panose="05020102010507070707" pitchFamily="18" charset="2"/>
                        <a:buChar char="O"/>
                      </a:pPr>
                      <a:r>
                        <a:rPr lang="pt-BR" sz="1400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2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pt-BR" sz="1400" b="0" kern="1200" dirty="0">
                          <a:solidFill>
                            <a:schemeClr val="dk1"/>
                          </a:solidFill>
                          <a:effectLst/>
                        </a:rPr>
                        <a:t>...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 2" panose="05020102010507070707" pitchFamily="18" charset="2"/>
                        <a:buChar char="O"/>
                      </a:pPr>
                      <a:r>
                        <a:rPr lang="pt-BR" sz="1400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68967"/>
                  </a:ext>
                </a:extLst>
              </a:tr>
            </a:tbl>
          </a:graphicData>
        </a:graphic>
      </p:graphicFrame>
      <p:sp>
        <p:nvSpPr>
          <p:cNvPr id="5" name="Rectangle 14">
            <a:extLst>
              <a:ext uri="{FF2B5EF4-FFF2-40B4-BE49-F238E27FC236}">
                <a16:creationId xmlns:a16="http://schemas.microsoft.com/office/drawing/2014/main" id="{0F619050-3846-9DAA-2ABB-E5FFC94C5D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Aluno</a:t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email</a:t>
            </a:r>
          </a:p>
        </p:txBody>
      </p:sp>
    </p:spTree>
    <p:extLst>
      <p:ext uri="{BB962C8B-B14F-4D97-AF65-F5344CB8AC3E}">
        <p14:creationId xmlns:p14="http://schemas.microsoft.com/office/powerpoint/2010/main" val="20820522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Words>288</Words>
  <Application>Microsoft Office PowerPoint</Application>
  <PresentationFormat>Apresentação na tela (4:3)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Tahoma</vt:lpstr>
      <vt:lpstr>Wingdings</vt:lpstr>
      <vt:lpstr>Wingdings 2</vt:lpstr>
      <vt:lpstr>Tema do Office</vt:lpstr>
      <vt:lpstr>Design Patterns </vt:lpstr>
      <vt:lpstr>Design Patterns </vt:lpstr>
      <vt:lpstr>Design Patterns </vt:lpstr>
      <vt:lpstr>Design Patterns </vt:lpstr>
      <vt:lpstr>Design Patterns </vt:lpstr>
      <vt:lpstr>Design Patterns </vt:lpstr>
      <vt:lpstr>Design Patterns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Multimídia</dc:title>
  <dc:creator>lenardocs</dc:creator>
  <cp:lastModifiedBy>Lenardo Chaves</cp:lastModifiedBy>
  <cp:revision>2228</cp:revision>
  <cp:lastPrinted>2015-03-03T10:46:54Z</cp:lastPrinted>
  <dcterms:created xsi:type="dcterms:W3CDTF">2012-08-10T18:51:58Z</dcterms:created>
  <dcterms:modified xsi:type="dcterms:W3CDTF">2026-08-18T18:57:08Z</dcterms:modified>
</cp:coreProperties>
</file>